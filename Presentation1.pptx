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6081"/>
  </p:normalViewPr>
  <p:slideViewPr>
    <p:cSldViewPr snapToGrid="0">
      <p:cViewPr varScale="1">
        <p:scale>
          <a:sx n="126" d="100"/>
          <a:sy n="126" d="100"/>
        </p:scale>
        <p:origin x="23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215A-1CB0-3BB3-C04B-7E3337F76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BA130-FC2C-BB5C-1867-1ACF493B2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2E921-C038-47E8-D46B-EB42C1071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E411F-4EAA-8976-A00B-DBD46B0C1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80A66-BD40-3E55-04B8-307F30EE9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73490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8F852-24E9-C57D-80A5-4433C641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884B8-677F-3F2E-69B1-7A215E789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C6BF3-6F3D-AB1F-C5B1-C2ABBA7E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925CF-7A6C-6CD1-527F-BF5E01CC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2F62A-906E-CB8A-DBB7-968EE83B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02900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3874-D126-0301-4E7B-4784D046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B26C0-645A-06D8-C043-64C33DB3F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03B1F-1C68-0CDF-79C7-BA65A6AB3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F7620-86BC-F0D6-A546-DDE6DFC07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3DD6F-DC08-C38C-43B2-A155D89B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35415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4D0D-45F1-6ABE-243F-512763FC0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05C8F-324C-C07A-667A-1FD5FEF66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01C5C-040A-9DCA-DEDB-198694CBE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6EAFC-4972-9AE3-35FE-C8BF4D470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6D4DB-372F-7798-2F2E-88A6857C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2B668-E19D-3EAE-236F-5E545712A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81646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AA47-9DCD-66DB-9325-E5A97F8C1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0722A-36A6-485D-C339-785AA0CC0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86B40-9B13-D34C-096C-3A583EE77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5D0D97-FF3A-C885-297C-DACD6DA0F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BF863-B92F-B3F5-4B7E-E03147E8F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5DAA41-9017-04E4-FEF4-F5E401E2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4C9FE-7B8D-AFB6-B650-4891F042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0D0A8-8F36-CF8A-B99A-216B2E9E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414340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DFF14-1561-D344-7ED8-2BA1C3BB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34E6A-18E7-C1C3-E2E6-949F692A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CEB7C-F9DB-8CC2-76F2-DC5F1DC4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044CF-F41A-25C8-7CCF-D215194B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457085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53D525-BA66-140E-DC59-3AA68E0D1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E21404-BEA4-6025-ADD2-886634260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2905E-2EE7-CF7E-137C-CD5134C4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70650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6218-C41D-251A-C1FD-56412161D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17DE5-BB75-D167-DC6C-1775C2AE3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E2009-CAA3-32B1-8B27-126947489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ABBF2-1019-4D1D-56F8-F241CC2B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2F355-EDC2-B158-E1E9-C19B32E9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B5349-AA89-6E76-0DB0-6193584B0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11112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EC0F-2415-515A-D778-D87F1243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92B50-8FE9-5BD8-23EE-7BE2A0CF8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ECC57-CBB2-F84A-5E88-742EBF6E5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A5F77-561B-1A90-2589-31F11747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EC8AF-6581-8D79-E689-3673B2CF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58F4A-ECC0-7C6A-66B5-96F0FE8EC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614853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4CBD-3F20-C9D4-38B6-49E29291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388B8-9122-2E0A-00DA-304F98AE9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00567-9B76-C16F-3844-10FD4A55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16F87-9A4A-C7AE-EC74-28E0D8D3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5E9F1-0E75-4E7A-50E2-2D113A7B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91917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39BAD9-738F-514F-185D-11CC17C84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1DACC-0F7F-F1EC-F3A9-EDEC9452E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875F2-E30C-02A5-4628-9011B6C00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913F8-9333-5263-E2A8-32F23A93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84C95-057E-A25E-6734-C8907410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362411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3FFDA-B800-4DB5-CB15-73B5E429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F3FFE-C9D5-039C-BB4E-E4F25E445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5D7DB-B8A2-C9C8-D98E-6FA72C6B5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3D1E6-7252-EC44-8957-38C5BD90FAF9}" type="datetimeFigureOut">
              <a:rPr lang="en-GE" smtClean="0"/>
              <a:t>28.01.26</a:t>
            </a:fld>
            <a:endParaRPr lang="en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2A429-056A-2F31-E888-6E37DDB3D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25AF3-2019-C1AB-C423-14AAE8411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C1E86-F2DA-C74D-B34C-B1EF84FBB4AC}" type="slidenum">
              <a:rPr lang="en-GE" smtClean="0"/>
              <a:t>‹#›</a:t>
            </a:fld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209157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85+ Thousand Less Than Equal Symbol Icon Royalty-Free Images, Stock Photos  &amp; Pictures | Shutterstock">
            <a:extLst>
              <a:ext uri="{FF2B5EF4-FFF2-40B4-BE49-F238E27FC236}">
                <a16:creationId xmlns:a16="http://schemas.microsoft.com/office/drawing/2014/main" id="{C58BBADE-2699-B47D-8623-D097FBAC67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72" r="27387" b="17479"/>
          <a:stretch>
            <a:fillRect/>
          </a:stretch>
        </p:blipFill>
        <p:spPr bwMode="auto">
          <a:xfrm>
            <a:off x="5743999" y="2850776"/>
            <a:ext cx="969790" cy="115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stack of white papers&#10;&#10;AI-generated content may be incorrect.">
            <a:extLst>
              <a:ext uri="{FF2B5EF4-FFF2-40B4-BE49-F238E27FC236}">
                <a16:creationId xmlns:a16="http://schemas.microsoft.com/office/drawing/2014/main" id="{C67E7632-B620-C973-2394-CB8D3E7EF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3033"/>
            <a:ext cx="5101117" cy="42119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7F037D-8F5D-7396-2F5F-4CB2101D2374}"/>
              </a:ext>
            </a:extLst>
          </p:cNvPr>
          <p:cNvSpPr txBox="1"/>
          <p:nvPr/>
        </p:nvSpPr>
        <p:spPr>
          <a:xfrm>
            <a:off x="1502966" y="2114165"/>
            <a:ext cx="20951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7822DF-2202-C3AC-3852-DBCB7F1D3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019" y="2852026"/>
            <a:ext cx="2527077" cy="1976718"/>
          </a:xfrm>
        </p:spPr>
        <p:txBody>
          <a:bodyPr>
            <a:normAutofit/>
          </a:bodyPr>
          <a:lstStyle/>
          <a:p>
            <a:r>
              <a:rPr lang="en-G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HARRY STYLES SCAMS FANS</a:t>
            </a:r>
          </a:p>
          <a:p>
            <a:endParaRPr lang="en-G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E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 28</a:t>
            </a:r>
          </a:p>
        </p:txBody>
      </p:sp>
      <p:pic>
        <p:nvPicPr>
          <p:cNvPr id="18" name="Picture 17" descr="A stack of white papers&#10;&#10;AI-generated content may be incorrect.">
            <a:extLst>
              <a:ext uri="{FF2B5EF4-FFF2-40B4-BE49-F238E27FC236}">
                <a16:creationId xmlns:a16="http://schemas.microsoft.com/office/drawing/2014/main" id="{5927C53F-2514-2905-27D8-B7E9BA474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885" y="1323034"/>
            <a:ext cx="5101117" cy="42119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AA6AE5-1C01-C43D-64C6-A7D139CBF8ED}"/>
              </a:ext>
            </a:extLst>
          </p:cNvPr>
          <p:cNvSpPr txBox="1"/>
          <p:nvPr/>
        </p:nvSpPr>
        <p:spPr>
          <a:xfrm>
            <a:off x="8593851" y="2114166"/>
            <a:ext cx="20951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3B0F43FA-750B-1F32-8506-90F0FB93F850}"/>
              </a:ext>
            </a:extLst>
          </p:cNvPr>
          <p:cNvSpPr txBox="1">
            <a:spLocks/>
          </p:cNvSpPr>
          <p:nvPr/>
        </p:nvSpPr>
        <p:spPr>
          <a:xfrm>
            <a:off x="8253618" y="2852026"/>
            <a:ext cx="2775649" cy="1976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FANS SOLD OUT AT MEDIAMARKT</a:t>
            </a:r>
          </a:p>
          <a:p>
            <a:endParaRPr lang="en-G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E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 28</a:t>
            </a:r>
          </a:p>
        </p:txBody>
      </p:sp>
    </p:spTree>
    <p:extLst>
      <p:ext uri="{BB962C8B-B14F-4D97-AF65-F5344CB8AC3E}">
        <p14:creationId xmlns:p14="http://schemas.microsoft.com/office/powerpoint/2010/main" val="3448977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Rezi Getsadze</dc:creator>
  <cp:lastModifiedBy>Rezi Getsadze</cp:lastModifiedBy>
  <cp:revision>1</cp:revision>
  <dcterms:created xsi:type="dcterms:W3CDTF">2026-01-28T14:36:08Z</dcterms:created>
  <dcterms:modified xsi:type="dcterms:W3CDTF">2026-01-28T14:50:50Z</dcterms:modified>
</cp:coreProperties>
</file>